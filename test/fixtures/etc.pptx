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Remember: oxygen is the final electron acceptor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Electron Transport Chain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Makes ~34 ATP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